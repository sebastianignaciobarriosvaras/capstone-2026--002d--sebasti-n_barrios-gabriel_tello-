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hKnB4vaqlQPxIF+elz17NAy3a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Y GESTIÓN FINANCIERA INTELIGENTE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 · EXPOSICIÓN IDEA DE PROYECTO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148551" y="2001469"/>
            <a:ext cx="7633494" cy="2855050"/>
            <a:chOff x="0" y="0"/>
            <a:chExt cx="7633494" cy="2855050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Barrios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Gabriel Tello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DIGITALIZACIÓN Y GESTIÓN FINANCIERA INTELIGENTE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38327" y="2828829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2" name="Google Shape;10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8375" y="3603500"/>
            <a:ext cx="1562450" cy="11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“DIGITALIZACIÓN Y GESTIÓN FINANCIERA INTELIGENTE”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1" name="Google Shape;111;p3"/>
          <p:cNvSpPr/>
          <p:nvPr/>
        </p:nvSpPr>
        <p:spPr>
          <a:xfrm>
            <a:off x="693934" y="2149994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Actualmente, </a:t>
            </a:r>
            <a:r>
              <a:rPr b="1" lang="es-CL" sz="1600">
                <a:solidFill>
                  <a:schemeClr val="dk1"/>
                </a:solidFill>
              </a:rPr>
              <a:t>ZORON E.I.R.L. enfrenta una fragmentación de su información financiera</a:t>
            </a:r>
            <a:r>
              <a:rPr lang="es-CL" sz="1600">
                <a:solidFill>
                  <a:schemeClr val="dk1"/>
                </a:solidFill>
              </a:rPr>
              <a:t> debido al uso de múltiples plataformas y procesos manuales. Esto genera </a:t>
            </a:r>
            <a:r>
              <a:rPr b="1" lang="es-CL" sz="1600">
                <a:solidFill>
                  <a:schemeClr val="dk1"/>
                </a:solidFill>
              </a:rPr>
              <a:t>datos poco estructurados y dificulta la visualización en tiempo real de ingresos y gastos</a:t>
            </a:r>
            <a:r>
              <a:rPr lang="es-CL" sz="1600">
                <a:solidFill>
                  <a:schemeClr val="dk1"/>
                </a:solidFill>
              </a:rPr>
              <a:t>. Además, la falta de personal informático especializado limita la gestión tecnológica y </a:t>
            </a:r>
            <a:r>
              <a:rPr b="1" lang="es-CL" sz="1600">
                <a:solidFill>
                  <a:schemeClr val="dk1"/>
                </a:solidFill>
              </a:rPr>
              <a:t>dificulta la toma de decisiones estratégicas por parte de la gerencia</a:t>
            </a:r>
            <a:r>
              <a:rPr lang="es-CL" sz="1600">
                <a:solidFill>
                  <a:schemeClr val="dk1"/>
                </a:solidFill>
              </a:rPr>
              <a:t>. </a:t>
            </a:r>
            <a:endParaRPr sz="23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700">
                <a:solidFill>
                  <a:schemeClr val="dk1"/>
                </a:solidFill>
              </a:rPr>
              <a:t>Se propone una </a:t>
            </a:r>
            <a:r>
              <a:rPr b="1" lang="es-CL" sz="1700">
                <a:solidFill>
                  <a:schemeClr val="dk1"/>
                </a:solidFill>
              </a:rPr>
              <a:t>modernización tecnológica del área de Finanzas</a:t>
            </a:r>
            <a:r>
              <a:rPr lang="es-CL" sz="1700">
                <a:solidFill>
                  <a:schemeClr val="dk1"/>
                </a:solidFill>
              </a:rPr>
              <a:t>, centralizando y organizando la información mediante un modelo de datos escalable. Sobre esta base, se implementarán </a:t>
            </a:r>
            <a:r>
              <a:rPr b="1" lang="es-CL" sz="1700">
                <a:solidFill>
                  <a:schemeClr val="dk1"/>
                </a:solidFill>
              </a:rPr>
              <a:t>dashboards interactivos en Power BI</a:t>
            </a:r>
            <a:r>
              <a:rPr lang="es-CL" sz="1700">
                <a:solidFill>
                  <a:schemeClr val="dk1"/>
                </a:solidFill>
              </a:rPr>
              <a:t> para monitorear métricas financieras en tiempo real, junto con la </a:t>
            </a:r>
            <a:r>
              <a:rPr b="1" lang="es-CL" sz="1700">
                <a:solidFill>
                  <a:schemeClr val="dk1"/>
                </a:solidFill>
              </a:rPr>
              <a:t>automatización de procesos</a:t>
            </a:r>
            <a:r>
              <a:rPr lang="es-CL" sz="1700">
                <a:solidFill>
                  <a:schemeClr val="dk1"/>
                </a:solidFill>
              </a:rPr>
              <a:t> para reducir tareas manuales y mejorar la eficiencia operativa.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“DIGITALIZACIÓN Y GESTIÓN FINANCIERA INTELIGENTE”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2" name="Google Shape;122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 sistema de inteligencia de negocios y modernización en ZORON E.I.R.L. para digitalizar el área de finanzas, optimizando la organización de la información y facilitando la toma de decisiones estratégicas.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rgbClr val="548DD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alizar el funcionamiento de las distintas áreas de las empresa para proponer mejoras orientadas a la automatización de procesos.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y construir modelos de datos relacionales utilizando SQL y BigQuery para integrar los registros de ingresos, gastos y recursos.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dashboards interactivos en Power BI que permitan a la gerencia visualizar métricas financieras.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Brindar soporte y orientación al equipo empresarial para asegurar la correcta adopción de las nuevas tecnologías.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DIGITALIZACIÓN Y GESTIÓN FINANCIERA INTELIGENTE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1814125" y="2383275"/>
            <a:ext cx="8158200" cy="43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Alcances: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Enfoque inicial en el área de </a:t>
            </a:r>
            <a:r>
              <a:rPr b="1" lang="es-CL" sz="1700">
                <a:solidFill>
                  <a:schemeClr val="dk1"/>
                </a:solidFill>
              </a:rPr>
              <a:t>Finanzas</a:t>
            </a:r>
            <a:r>
              <a:rPr lang="es-CL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Modelamiento de procesos.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Base de datos centralizada.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Dashboards y automatización.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Manuales técnicos y de usuario.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Limitaciones: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Dependencia de la calidad y disponibilidad de los datos.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Falta de personal informático interno.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Necesidad de soluciones simples y capacitación.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p5"/>
          <p:cNvSpPr txBox="1"/>
          <p:nvPr/>
        </p:nvSpPr>
        <p:spPr>
          <a:xfrm>
            <a:off x="152400" y="15850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4077" y="0"/>
            <a:ext cx="3141408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136170" y="63475"/>
            <a:ext cx="685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DIGITALIZACIÓN Y GESTIÓN FINANCIERA INTELIGENTE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-353150" y="4906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737350" y="1083275"/>
            <a:ext cx="10011000" cy="5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</a:rPr>
              <a:t>Metodología de Trabajo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</a:rPr>
              <a:t>Se combinará </a:t>
            </a:r>
            <a:r>
              <a:rPr b="1" lang="es-CL" sz="1100">
                <a:solidFill>
                  <a:schemeClr val="dk1"/>
                </a:solidFill>
              </a:rPr>
              <a:t>Business Intelligence (BI) + Scrum</a:t>
            </a:r>
            <a:r>
              <a:rPr lang="es-CL" sz="1100">
                <a:solidFill>
                  <a:schemeClr val="dk1"/>
                </a:solidFill>
              </a:rPr>
              <a:t>, organizando el desarrollo mediante </a:t>
            </a:r>
            <a:r>
              <a:rPr b="1" lang="es-CL" sz="1100">
                <a:solidFill>
                  <a:schemeClr val="dk1"/>
                </a:solidFill>
              </a:rPr>
              <a:t>Sprints e Historias de Usuario en Trello</a:t>
            </a:r>
            <a:r>
              <a:rPr lang="es-CL" sz="1100">
                <a:solidFill>
                  <a:schemeClr val="dk1"/>
                </a:solidFill>
              </a:rPr>
              <a:t>, mientras que </a:t>
            </a:r>
            <a:r>
              <a:rPr b="1" lang="es-CL" sz="1100">
                <a:solidFill>
                  <a:schemeClr val="dk1"/>
                </a:solidFill>
              </a:rPr>
              <a:t>GitHub</a:t>
            </a:r>
            <a:r>
              <a:rPr lang="es-CL" sz="1100">
                <a:solidFill>
                  <a:schemeClr val="dk1"/>
                </a:solidFill>
              </a:rPr>
              <a:t> centralizará el código y control de versiones.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Fase 1 – Diagnóstico y Requisitos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Analizar los procesos actuales de Finanzas.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Levantar y modelar procesos </a:t>
            </a:r>
            <a:r>
              <a:rPr b="1" lang="es-CL" sz="1100">
                <a:solidFill>
                  <a:schemeClr val="dk1"/>
                </a:solidFill>
              </a:rPr>
              <a:t>As-Is y To-Be</a:t>
            </a:r>
            <a:r>
              <a:rPr lang="es-CL" sz="1100">
                <a:solidFill>
                  <a:schemeClr val="dk1"/>
                </a:solidFill>
              </a:rPr>
              <a:t> en BPMN.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Definir los principales </a:t>
            </a:r>
            <a:r>
              <a:rPr b="1" lang="es-CL" sz="1100">
                <a:solidFill>
                  <a:schemeClr val="dk1"/>
                </a:solidFill>
              </a:rPr>
              <a:t>KPIs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Fase 2 – Diseño y Modelado de Datos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Limpiar y estructurar las fuentes de información.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Diseñar la arquitectura de datos.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Implementar bases de datos mediante </a:t>
            </a:r>
            <a:r>
              <a:rPr b="1" lang="es-CL" sz="1100">
                <a:solidFill>
                  <a:schemeClr val="dk1"/>
                </a:solidFill>
              </a:rPr>
              <a:t>SQL y BigQuery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Fase 3 – BI y Automatización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Desarrollar </a:t>
            </a:r>
            <a:r>
              <a:rPr b="1" lang="es-CL" sz="1100">
                <a:solidFill>
                  <a:schemeClr val="dk1"/>
                </a:solidFill>
              </a:rPr>
              <a:t>dashboards interactivos en Power BI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Automatizar tareas y flujos mediante </a:t>
            </a:r>
            <a:r>
              <a:rPr b="1" lang="es-CL" sz="1100">
                <a:solidFill>
                  <a:schemeClr val="dk1"/>
                </a:solidFill>
              </a:rPr>
              <a:t>Power Automate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Orientar las soluciones a las necesidades estratégicas del negocio.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L" sz="1100">
                <a:solidFill>
                  <a:schemeClr val="dk1"/>
                </a:solidFill>
              </a:rPr>
              <a:t>Fase 4 – Pruebas e Implementación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Realizar pruebas de calidad y validación con usuarios.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Corregir errores y validar las soluciones.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Elaborar documentación y manuales para la </a:t>
            </a:r>
            <a:r>
              <a:rPr b="1" lang="es-CL" sz="1100">
                <a:solidFill>
                  <a:schemeClr val="dk1"/>
                </a:solidFill>
              </a:rPr>
              <a:t>entrega final a la empresa</a:t>
            </a:r>
            <a:r>
              <a:rPr lang="es-CL" sz="11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DIGITALIZACIÓN Y GESTIÓN FINANCIERA INTELIGENTE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0" name="Google Shape;15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8600" y="2048208"/>
            <a:ext cx="6705105" cy="450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DIGITALIZACIÓN Y GESTIÓN FINANCIERA INTELIGENTE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Stack Tecnológico</a:t>
            </a:r>
            <a:endParaRPr/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9" name="Google Shape;159;p8"/>
          <p:cNvSpPr txBox="1"/>
          <p:nvPr/>
        </p:nvSpPr>
        <p:spPr>
          <a:xfrm>
            <a:off x="1193550" y="2705475"/>
            <a:ext cx="9804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chemeClr val="dk1"/>
                </a:solidFill>
              </a:rPr>
              <a:t>Análisis y Modelado de Procesos:</a:t>
            </a:r>
            <a:r>
              <a:rPr lang="es-CL" sz="2500">
                <a:solidFill>
                  <a:schemeClr val="dk1"/>
                </a:solidFill>
              </a:rPr>
              <a:t> Bizagi Modeler (BPMN).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chemeClr val="dk1"/>
                </a:solidFill>
              </a:rPr>
              <a:t>Extracción y Limpieza de Datos (ETL):</a:t>
            </a:r>
            <a:r>
              <a:rPr lang="es-CL" sz="2500">
                <a:solidFill>
                  <a:schemeClr val="dk1"/>
                </a:solidFill>
              </a:rPr>
              <a:t> Microsoft Excel, Power Query.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chemeClr val="dk1"/>
                </a:solidFill>
              </a:rPr>
              <a:t>Modelado y Base de Datos:</a:t>
            </a:r>
            <a:r>
              <a:rPr lang="es-CL" sz="2500">
                <a:solidFill>
                  <a:schemeClr val="dk1"/>
                </a:solidFill>
              </a:rPr>
              <a:t> SQL, Google BigQuery.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chemeClr val="dk1"/>
                </a:solidFill>
              </a:rPr>
              <a:t>Inteligencia de Negocios (BI):</a:t>
            </a:r>
            <a:r>
              <a:rPr lang="es-CL" sz="2500">
                <a:solidFill>
                  <a:schemeClr val="dk1"/>
                </a:solidFill>
              </a:rPr>
              <a:t> Microsoft Power BI.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500">
                <a:solidFill>
                  <a:schemeClr val="dk1"/>
                </a:solidFill>
              </a:rPr>
              <a:t>Automatización de Flujos:</a:t>
            </a:r>
            <a:r>
              <a:rPr lang="es-CL" sz="2500">
                <a:solidFill>
                  <a:schemeClr val="dk1"/>
                </a:solidFill>
              </a:rPr>
              <a:t> Power Automate.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